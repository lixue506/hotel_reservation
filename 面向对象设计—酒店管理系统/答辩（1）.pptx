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D9EC3-81DB-4C71-B1B4-30145F418529}" type="datetimeFigureOut">
              <a:rPr lang="zh-CN" altLang="en-US" smtClean="0"/>
              <a:pPr/>
              <a:t>2018/7/9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6C1FD-8527-4275-98F5-34FDE48CAFB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D9EC3-81DB-4C71-B1B4-30145F418529}" type="datetimeFigureOut">
              <a:rPr lang="zh-CN" altLang="en-US" smtClean="0"/>
              <a:pPr/>
              <a:t>2018/7/9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6C1FD-8527-4275-98F5-34FDE48CAFB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D9EC3-81DB-4C71-B1B4-30145F418529}" type="datetimeFigureOut">
              <a:rPr lang="zh-CN" altLang="en-US" smtClean="0"/>
              <a:pPr/>
              <a:t>2018/7/9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6C1FD-8527-4275-98F5-34FDE48CAFB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D9EC3-81DB-4C71-B1B4-30145F418529}" type="datetimeFigureOut">
              <a:rPr lang="zh-CN" altLang="en-US" smtClean="0"/>
              <a:pPr/>
              <a:t>2018/7/9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6C1FD-8527-4275-98F5-34FDE48CAFB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D9EC3-81DB-4C71-B1B4-30145F418529}" type="datetimeFigureOut">
              <a:rPr lang="zh-CN" altLang="en-US" smtClean="0"/>
              <a:pPr/>
              <a:t>2018/7/9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6C1FD-8527-4275-98F5-34FDE48CAFB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D9EC3-81DB-4C71-B1B4-30145F418529}" type="datetimeFigureOut">
              <a:rPr lang="zh-CN" altLang="en-US" smtClean="0"/>
              <a:pPr/>
              <a:t>2018/7/9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6C1FD-8527-4275-98F5-34FDE48CAFB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D9EC3-81DB-4C71-B1B4-30145F418529}" type="datetimeFigureOut">
              <a:rPr lang="zh-CN" altLang="en-US" smtClean="0"/>
              <a:pPr/>
              <a:t>2018/7/9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6C1FD-8527-4275-98F5-34FDE48CAFB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D9EC3-81DB-4C71-B1B4-30145F418529}" type="datetimeFigureOut">
              <a:rPr lang="zh-CN" altLang="en-US" smtClean="0"/>
              <a:pPr/>
              <a:t>2018/7/9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6C1FD-8527-4275-98F5-34FDE48CAFB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D9EC3-81DB-4C71-B1B4-30145F418529}" type="datetimeFigureOut">
              <a:rPr lang="zh-CN" altLang="en-US" smtClean="0"/>
              <a:pPr/>
              <a:t>2018/7/9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6C1FD-8527-4275-98F5-34FDE48CAFB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D9EC3-81DB-4C71-B1B4-30145F418529}" type="datetimeFigureOut">
              <a:rPr lang="zh-CN" altLang="en-US" smtClean="0"/>
              <a:pPr/>
              <a:t>2018/7/9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6C1FD-8527-4275-98F5-34FDE48CAFB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D9EC3-81DB-4C71-B1B4-30145F418529}" type="datetimeFigureOut">
              <a:rPr lang="zh-CN" altLang="en-US" smtClean="0"/>
              <a:pPr/>
              <a:t>2018/7/9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6C1FD-8527-4275-98F5-34FDE48CAFB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D9EC3-81DB-4C71-B1B4-30145F418529}" type="datetimeFigureOut">
              <a:rPr lang="zh-CN" altLang="en-US" smtClean="0"/>
              <a:pPr/>
              <a:t>2018/7/9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6C1FD-8527-4275-98F5-34FDE48CAFB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tmp"/><Relationship Id="rId4" Type="http://schemas.openxmlformats.org/officeDocument/2006/relationships/image" Target="../media/image7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tm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tmp"/><Relationship Id="rId3" Type="http://schemas.openxmlformats.org/officeDocument/2006/relationships/image" Target="../media/image13.tmp"/><Relationship Id="rId7" Type="http://schemas.openxmlformats.org/officeDocument/2006/relationships/image" Target="../media/image17.tmp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tmp"/><Relationship Id="rId5" Type="http://schemas.openxmlformats.org/officeDocument/2006/relationships/image" Target="../media/image15.tmp"/><Relationship Id="rId4" Type="http://schemas.openxmlformats.org/officeDocument/2006/relationships/image" Target="../media/image14.tm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14414" y="500042"/>
            <a:ext cx="75039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</a:rPr>
              <a:t>题目十三</a:t>
            </a:r>
            <a:r>
              <a:rPr lang="en-US" altLang="zh-CN" sz="4000" b="1" dirty="0">
                <a:solidFill>
                  <a:srgbClr val="FF0000"/>
                </a:solidFill>
              </a:rPr>
              <a:t>:</a:t>
            </a:r>
            <a:r>
              <a:rPr lang="zh-CN" altLang="en-US" sz="4000" b="1" dirty="0">
                <a:solidFill>
                  <a:srgbClr val="FF0000"/>
                </a:solidFill>
              </a:rPr>
              <a:t>酒店客房预订管理系统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86380" y="4929198"/>
            <a:ext cx="366158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学          校：山东理工大学</a:t>
            </a:r>
            <a:endParaRPr lang="en-US" altLang="zh-CN" dirty="0"/>
          </a:p>
          <a:p>
            <a:r>
              <a:rPr lang="zh-CN" altLang="en-US" dirty="0"/>
              <a:t>学          院：数学与统计学院</a:t>
            </a:r>
            <a:endParaRPr lang="en-US" altLang="zh-CN" dirty="0"/>
          </a:p>
          <a:p>
            <a:r>
              <a:rPr lang="zh-CN" altLang="en-US" dirty="0"/>
              <a:t>班          级：信科</a:t>
            </a:r>
            <a:r>
              <a:rPr lang="en-US" altLang="zh-CN" dirty="0"/>
              <a:t>1701</a:t>
            </a:r>
          </a:p>
          <a:p>
            <a:r>
              <a:rPr lang="zh-CN" altLang="en-US" dirty="0"/>
              <a:t>指导老师：何华</a:t>
            </a:r>
            <a:endParaRPr lang="en-US" altLang="zh-CN" dirty="0"/>
          </a:p>
          <a:p>
            <a:r>
              <a:rPr lang="zh-CN" altLang="en-US" dirty="0"/>
              <a:t>组         长：李雪</a:t>
            </a:r>
            <a:endParaRPr lang="en-US" altLang="zh-CN" dirty="0"/>
          </a:p>
          <a:p>
            <a:r>
              <a:rPr lang="zh-CN" altLang="en-US" dirty="0"/>
              <a:t>组         员：李康、某安怡、朱立锋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2910" y="1071546"/>
            <a:ext cx="7688323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问题描述：</a:t>
            </a:r>
            <a:endParaRPr lang="en-US" altLang="zh-CN" b="1" dirty="0"/>
          </a:p>
          <a:p>
            <a:r>
              <a:rPr lang="zh-CN" altLang="en-US" dirty="0"/>
              <a:t>该系统能实现对客户预订信息的基本管理，包括客房信息和客户信息的添</a:t>
            </a:r>
            <a:endParaRPr lang="en-US" altLang="zh-CN" dirty="0"/>
          </a:p>
          <a:p>
            <a:r>
              <a:rPr lang="zh-CN" altLang="en-US" dirty="0"/>
              <a:t>加、修改和查询。</a:t>
            </a:r>
            <a:endParaRPr lang="en-US" altLang="zh-CN" dirty="0"/>
          </a:p>
          <a:p>
            <a:r>
              <a:rPr lang="zh-CN" altLang="en-US" b="1" dirty="0"/>
              <a:t>功能大体描述：</a:t>
            </a:r>
            <a:endParaRPr lang="en-US" altLang="zh-CN" b="1" dirty="0"/>
          </a:p>
          <a:p>
            <a:r>
              <a:rPr lang="en-US" altLang="zh-CN" dirty="0"/>
              <a:t>1</a:t>
            </a:r>
            <a:r>
              <a:rPr lang="zh-CN" altLang="en-US" dirty="0"/>
              <a:t>、客房设置：可以添加新客房，修改客房描述（房间等级，内部设施），</a:t>
            </a:r>
            <a:endParaRPr lang="en-US" altLang="zh-CN" dirty="0"/>
          </a:p>
          <a:p>
            <a:r>
              <a:rPr lang="zh-CN" altLang="en-US" dirty="0"/>
              <a:t>       删除客房。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、客户设置：可以添加新客户，修改客户信息，删除已经退订客户信息。</a:t>
            </a:r>
            <a:endParaRPr lang="en-US" altLang="zh-CN" dirty="0"/>
          </a:p>
          <a:p>
            <a:r>
              <a:rPr lang="zh-CN" altLang="en-US" dirty="0"/>
              <a:t>       准确了解每一个客户的预订信息。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、房间预订情况查询：按客房号、房间号查询。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、显示所有客房、订房客户的基本信息。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、客房信息和客户信息的储存与读取。</a:t>
            </a:r>
            <a:endParaRPr lang="en-US" altLang="zh-CN" dirty="0"/>
          </a:p>
          <a:p>
            <a:r>
              <a:rPr lang="en-US" altLang="zh-CN" dirty="0"/>
              <a:t>6</a:t>
            </a:r>
            <a:r>
              <a:rPr lang="zh-CN" altLang="en-US" dirty="0"/>
              <a:t>、系统以菜单的方式工作，界面类似课本</a:t>
            </a:r>
            <a:r>
              <a:rPr lang="en-US" altLang="zh-CN" dirty="0"/>
              <a:t>P365</a:t>
            </a:r>
            <a:r>
              <a:rPr lang="zh-CN" altLang="en-US" dirty="0"/>
              <a:t>页</a:t>
            </a:r>
            <a:r>
              <a:rPr lang="en-US" altLang="zh-CN" dirty="0"/>
              <a:t>16.2</a:t>
            </a:r>
            <a:r>
              <a:rPr lang="zh-CN" altLang="en-US" dirty="0"/>
              <a:t>的案例。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注意</a:t>
            </a:r>
            <a:r>
              <a:rPr lang="zh-CN" altLang="en-US" dirty="0">
                <a:solidFill>
                  <a:srgbClr val="FF0000"/>
                </a:solidFill>
                <a:sym typeface="Wingdings" pitchFamily="2" charset="2"/>
              </a:rPr>
              <a:t>（</a:t>
            </a:r>
            <a:r>
              <a:rPr lang="en-US" altLang="zh-CN" dirty="0">
                <a:solidFill>
                  <a:srgbClr val="FF0000"/>
                </a:solidFill>
                <a:sym typeface="Wingdings" pitchFamily="2" charset="2"/>
              </a:rPr>
              <a:t>1</a:t>
            </a:r>
            <a:r>
              <a:rPr lang="zh-CN" altLang="en-US" dirty="0">
                <a:solidFill>
                  <a:srgbClr val="FF0000"/>
                </a:solidFill>
                <a:sym typeface="Wingdings" pitchFamily="2" charset="2"/>
              </a:rPr>
              <a:t>）要使用文件进行读取与储存。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F8F1C6AF-E788-495A-883E-1229DF28A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476672"/>
            <a:ext cx="5300545" cy="6210973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8E0C057-68E8-4659-A5BE-579AAEB62E01}"/>
              </a:ext>
            </a:extLst>
          </p:cNvPr>
          <p:cNvSpPr txBox="1"/>
          <p:nvPr/>
        </p:nvSpPr>
        <p:spPr>
          <a:xfrm>
            <a:off x="0" y="0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携程酒店预订界面</a:t>
            </a:r>
            <a:endParaRPr lang="en-US" altLang="zh-CN" b="1" dirty="0"/>
          </a:p>
          <a:p>
            <a:r>
              <a:rPr lang="zh-CN" altLang="en-US" b="1" dirty="0"/>
              <a:t>以及要输入信息</a:t>
            </a:r>
          </a:p>
        </p:txBody>
      </p:sp>
      <p:sp>
        <p:nvSpPr>
          <p:cNvPr id="17" name="左大括号 16">
            <a:extLst>
              <a:ext uri="{FF2B5EF4-FFF2-40B4-BE49-F238E27FC236}">
                <a16:creationId xmlns:a16="http://schemas.microsoft.com/office/drawing/2014/main" id="{CC582366-0B57-4F9E-9699-17FA7F71BE47}"/>
              </a:ext>
            </a:extLst>
          </p:cNvPr>
          <p:cNvSpPr/>
          <p:nvPr/>
        </p:nvSpPr>
        <p:spPr>
          <a:xfrm>
            <a:off x="2843808" y="404663"/>
            <a:ext cx="648072" cy="628298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353620A-4359-40F5-BC24-E6365B28A894}"/>
              </a:ext>
            </a:extLst>
          </p:cNvPr>
          <p:cNvSpPr txBox="1"/>
          <p:nvPr/>
        </p:nvSpPr>
        <p:spPr>
          <a:xfrm>
            <a:off x="1571604" y="3357562"/>
            <a:ext cx="126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People</a:t>
            </a:r>
            <a:r>
              <a:rPr lang="zh-CN" altLang="en-US" dirty="0"/>
              <a:t>类：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20" y="4929198"/>
            <a:ext cx="22621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客户预定界面包括：</a:t>
            </a:r>
            <a:endParaRPr lang="en-US" altLang="zh-CN" b="1" dirty="0"/>
          </a:p>
          <a:p>
            <a:r>
              <a:rPr lang="zh-CN" altLang="en-US" dirty="0"/>
              <a:t>姓名、性别、年龄、</a:t>
            </a:r>
            <a:endParaRPr lang="en-US" altLang="zh-CN" dirty="0"/>
          </a:p>
          <a:p>
            <a:r>
              <a:rPr lang="zh-CN" altLang="en-US" dirty="0"/>
              <a:t>入住时间，退订时间</a:t>
            </a:r>
            <a:endParaRPr lang="en-US" altLang="zh-CN" dirty="0"/>
          </a:p>
          <a:p>
            <a:r>
              <a:rPr lang="zh-CN" altLang="en-US" dirty="0"/>
              <a:t>预订房间数量、费用</a:t>
            </a:r>
            <a:endParaRPr lang="en-US" altLang="zh-CN" dirty="0"/>
          </a:p>
          <a:p>
            <a:r>
              <a:rPr lang="zh-CN" altLang="en-US" dirty="0"/>
              <a:t>、是否需要保险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71010642"/>
      </p:ext>
    </p:extLst>
  </p:cSld>
  <p:clrMapOvr>
    <a:masterClrMapping/>
  </p:clrMapOvr>
  <p:transition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A0351CC-7351-4934-BF5E-39101BF9E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914" y="2204864"/>
            <a:ext cx="4616424" cy="2263536"/>
          </a:xfrm>
          <a:prstGeom prst="rect">
            <a:avLst/>
          </a:prstGeom>
        </p:spPr>
      </p:pic>
      <p:sp>
        <p:nvSpPr>
          <p:cNvPr id="4" name="左大括号 3">
            <a:extLst>
              <a:ext uri="{FF2B5EF4-FFF2-40B4-BE49-F238E27FC236}">
                <a16:creationId xmlns:a16="http://schemas.microsoft.com/office/drawing/2014/main" id="{EEAB6947-31A9-4FF0-937F-169C7525101F}"/>
              </a:ext>
            </a:extLst>
          </p:cNvPr>
          <p:cNvSpPr/>
          <p:nvPr/>
        </p:nvSpPr>
        <p:spPr>
          <a:xfrm>
            <a:off x="3143240" y="1571612"/>
            <a:ext cx="636672" cy="289678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12EC48-A6D4-476C-BED5-50F25762D6EE}"/>
              </a:ext>
            </a:extLst>
          </p:cNvPr>
          <p:cNvSpPr txBox="1"/>
          <p:nvPr/>
        </p:nvSpPr>
        <p:spPr>
          <a:xfrm>
            <a:off x="2071670" y="2857496"/>
            <a:ext cx="1194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Room</a:t>
            </a:r>
            <a:r>
              <a:rPr lang="zh-CN" altLang="en-US" dirty="0"/>
              <a:t>类：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4744" y="1714488"/>
            <a:ext cx="1432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7158" y="3643314"/>
            <a:ext cx="29354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客房管理界面：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dirty="0"/>
              <a:t>    房间号，等级，内部设施</a:t>
            </a:r>
          </a:p>
        </p:txBody>
      </p:sp>
    </p:spTree>
    <p:extLst>
      <p:ext uri="{BB962C8B-B14F-4D97-AF65-F5344CB8AC3E}">
        <p14:creationId xmlns:p14="http://schemas.microsoft.com/office/powerpoint/2010/main" val="4180453151"/>
      </p:ext>
    </p:extLst>
  </p:cSld>
  <p:clrMapOvr>
    <a:masterClrMapping/>
  </p:clrMapOvr>
  <p:transition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6F1FF4E-18DD-42D8-A426-5F26A7B0B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340768"/>
            <a:ext cx="3139712" cy="118120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405CDC4-7F59-490C-90CA-67385E0EEF30}"/>
              </a:ext>
            </a:extLst>
          </p:cNvPr>
          <p:cNvSpPr txBox="1"/>
          <p:nvPr/>
        </p:nvSpPr>
        <p:spPr>
          <a:xfrm>
            <a:off x="1475656" y="836712"/>
            <a:ext cx="2735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私有部分数据成员</a:t>
            </a:r>
            <a:r>
              <a:rPr lang="en-US" altLang="zh-CN" dirty="0"/>
              <a:t>People: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E357B4F-1585-4A1B-B1EB-5827E4B67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606" y="5145372"/>
            <a:ext cx="2028321" cy="37186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E4D53DA-04AE-4331-9DBB-6D68E0E989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4581128"/>
            <a:ext cx="2662795" cy="43180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194967C-D508-422E-8762-FDB448FBF6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424" y="3458524"/>
            <a:ext cx="2407229" cy="49905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D1BB0C7-DE56-410A-B961-A4C8025F59A0}"/>
              </a:ext>
            </a:extLst>
          </p:cNvPr>
          <p:cNvSpPr txBox="1"/>
          <p:nvPr/>
        </p:nvSpPr>
        <p:spPr>
          <a:xfrm>
            <a:off x="4785662" y="2930346"/>
            <a:ext cx="2441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公有数据成员</a:t>
            </a:r>
            <a:r>
              <a:rPr lang="en-US" altLang="zh-CN" dirty="0"/>
              <a:t>People</a:t>
            </a:r>
            <a:r>
              <a:rPr lang="zh-CN" altLang="en-US" dirty="0"/>
              <a:t>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2528E41-8485-44A5-BB20-BEE7C89AF9C9}"/>
              </a:ext>
            </a:extLst>
          </p:cNvPr>
          <p:cNvSpPr txBox="1"/>
          <p:nvPr/>
        </p:nvSpPr>
        <p:spPr>
          <a:xfrm>
            <a:off x="1835696" y="4336031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函数</a:t>
            </a:r>
            <a:r>
              <a:rPr lang="en-US" altLang="zh-CN" dirty="0"/>
              <a:t>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073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50D0390-620B-434B-A575-2C7399988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836712"/>
            <a:ext cx="1668925" cy="88399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3424907-EE99-4AB9-AF2B-C2DECA24C2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492896"/>
            <a:ext cx="9156448" cy="5753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FBDFCCB-F1D1-4943-8B2C-01C9F34E96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6" y="3789745"/>
            <a:ext cx="3672404" cy="64807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C6B1CD1-36C7-4F92-A1B9-1D2DC12D795C}"/>
              </a:ext>
            </a:extLst>
          </p:cNvPr>
          <p:cNvSpPr txBox="1"/>
          <p:nvPr/>
        </p:nvSpPr>
        <p:spPr>
          <a:xfrm>
            <a:off x="827584" y="332633"/>
            <a:ext cx="963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Room</a:t>
            </a:r>
            <a:r>
              <a:rPr lang="zh-CN" altLang="en-US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68609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FEA9CF3-69F5-4118-AB4F-C7544827BCE4}"/>
              </a:ext>
            </a:extLst>
          </p:cNvPr>
          <p:cNvSpPr txBox="1"/>
          <p:nvPr/>
        </p:nvSpPr>
        <p:spPr>
          <a:xfrm>
            <a:off x="539552" y="332656"/>
            <a:ext cx="924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Hotel</a:t>
            </a:r>
            <a:r>
              <a:rPr lang="zh-CN" altLang="en-US" dirty="0"/>
              <a:t>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53561E8-07D3-4473-B1B6-4DD217D54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701988"/>
            <a:ext cx="1691787" cy="86875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70C4F0A-D17C-4FB8-A7EF-4E1C8A916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730" y="2949008"/>
            <a:ext cx="2019475" cy="24386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1C134F2-A09A-4710-9717-EF8A0D5BD6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62" y="3291828"/>
            <a:ext cx="1813717" cy="27434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111C538-6D4B-44BE-8A86-8D5E2A9190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358" y="3795251"/>
            <a:ext cx="1889924" cy="25910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E286FC4-4C10-411C-822E-04A68C3737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358" y="4197559"/>
            <a:ext cx="1981372" cy="28958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975BA57-18CC-4099-B82F-047325576B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62" y="4765938"/>
            <a:ext cx="2682472" cy="30482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FC23A9F-4BB5-4D49-9A05-A7A2F141B1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358" y="5406532"/>
            <a:ext cx="2484335" cy="26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94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826885F-0087-4C1A-9568-90B7DACF0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980728"/>
            <a:ext cx="3330229" cy="54106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2D095A6-EED2-4102-9C36-7A4BAE7103E8}"/>
              </a:ext>
            </a:extLst>
          </p:cNvPr>
          <p:cNvSpPr txBox="1"/>
          <p:nvPr/>
        </p:nvSpPr>
        <p:spPr>
          <a:xfrm>
            <a:off x="971600" y="1844824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为酒店、住户信息着想，设置密码</a:t>
            </a:r>
          </a:p>
        </p:txBody>
      </p:sp>
    </p:spTree>
    <p:extLst>
      <p:ext uri="{BB962C8B-B14F-4D97-AF65-F5344CB8AC3E}">
        <p14:creationId xmlns:p14="http://schemas.microsoft.com/office/powerpoint/2010/main" val="177268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282</Words>
  <Application>Microsoft Office PowerPoint</Application>
  <PresentationFormat>全屏显示(4:3)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宋体</vt:lpstr>
      <vt:lpstr>Arial</vt:lpstr>
      <vt:lpstr>Calibri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user102</dc:creator>
  <cp:lastModifiedBy>李 雪</cp:lastModifiedBy>
  <cp:revision>14</cp:revision>
  <dcterms:created xsi:type="dcterms:W3CDTF">2006-08-18T03:41:47Z</dcterms:created>
  <dcterms:modified xsi:type="dcterms:W3CDTF">2018-07-08T16:25:28Z</dcterms:modified>
</cp:coreProperties>
</file>